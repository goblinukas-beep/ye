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Laba diena. Mūsų tema – automobiliniai keltuvai, kuriais automobiliai keliami servisuose. Parodysime, kaip keltuvai vystėsi, kokių problemų jie turi šiandien ir kaip siūlome patobulinti dvikolonį hidraulinį keltuvą.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Keltuvas yra pagrindinė serviso įranga: jis leidžia pasiekti automobilio apačią. Kadangi automobilis laikomas virš žmogaus, sauga čia ypač svarbi. Keltuvai veikia pagal Paskalio dėsnį arba sraigto ir veržlės principą.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Raida: nuo Archimedo sverto, Herono kėlimo mechanizmų ir romėnų kranų per Bramah hidraulinį presą iki Lunati pirmojo automobilių keltuvo. Vėliau požeminius keltuvus pakeitė paviršiniai, o dabar plinta elektroninis valdymas.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Palyginome penkis pagrindinius keltuvų tipus. Dvikolonis labiausiai paplitęs, nes leidžia pasiekti visą apačią, bet jam svarbi abiejų kolonų sinchronizacija ir teisingi kėlimo taškai. Todėl gilinsimės į jį.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Daugelyje dvikolonių keltuvų kolonas sinchronizuoja plieniniai lynai. Jie išsitempia ir dyla, todėl vežimėliai kyla nevienodai, o fiksatoriai užsifiksuoja ne vienu metu. Dažniausia nelaimių priežastis – netinkamai parinkti kėlimo taškai.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Siūlome keltuvą su elektronine sinchronizacija: kiekvienoje kolonoje yra padėties jutiklis, o valdiklis reguliuoja alyvos srautą į cilindrus. Lynų nebelieka. Svirtyse – automatiniai užraktai ir apkrovos jutikliai.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Laimime vienodą kėlimą, mažesnę priežiūrą ir didesnę saugą. Kompromisai – didesnė kaina ir priklausomybė nuo elektronikos. Pagal mūsų skaičiavimą užtenka 45 mm cilindrų ir apie 2,2 kW siurblio variklio.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Apibendrinant: keltuvai vystėsi nuo požeminių hidraulinių iki paviršinių ir elektroniškai valdomų. Dvikolonį keltuvą siūlome patobulinti elektronine sinchronizacija ir automatiniais fiksatoriais. Ačiū, laukiame klausimų.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Automobiliniai keltuvai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Raida, problemos ir patobulinimo kryptis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PBL užduotis · Tarpinis atsiskaitymas Nr. 1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Dalykas: Įvadas į specialybę · Mechanikos inžinerija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Grupė: [Vardas Pavardė, …] · Dėstytojas: G. Viselga · 2026 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Kodėl pasirinkome automobilinius keltuvus?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Pagrindinė serviso įranga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dvikolonis keltuvas kelia automobilį už kėbulo, todėl ratai laisvi, o apačia lengvai pasiekiama.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 (AIMS Industrial, n.d.)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Didelė atsakomybė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automobilis laikomas virš žmogaus; nelaimes dažniausiai lemia operatoriaus klaidos ir apleista priežiūra.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 (Automotive Lift Institute, n.d.-b)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Daug mechanikos vienoje vietoje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hidraulinės ir sraigtinės pavaros, metalinės konstrukcijos, fiksatoriai, valdymas.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Hidraulinis principas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Paskalio dėsnis: F₁ / A₁ = F₂ / A₂, todėl didesnis stūmoklis duoda didesnę jėgą.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 (LibreTexts, n.d.)</a:t>
            </a:r>
          </a:p>
          <a:p>
            <a:pPr>
              <a:spcAft>
                <a:spcPts val="16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Elektromechaninis principas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variklis suka sraigtą kolonoje, o veržlė su vežimėliu kyla aukštyn.</a:t>
            </a:r>
            <a:r>
              <a:rPr sz="1700" b="0" i="0">
                <a:solidFill>
                  <a:srgbClr val="595959"/>
                </a:solidFill>
                <a:latin typeface="Calibri"/>
              </a:rPr>
              <a:t> (Automotive Workshop Services, n.d.)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Istorinė raida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69680"/>
              </a:tblGrid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Laikotarpis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Sprendimas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III a. pr. Kr.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Archimedas aiškina sverto principą („Duokite man atramos tašką…“)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~10–75 m.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Heronas Aleksandrietis „Mechanikoje“ aprašo kėlimo mechanizmus: svertą, suktuvą, skridinį, pleištą ir sraigtą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I a. pab.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Romėnų kranas su mindomu ratu („polyspastos“) kelia iki ~6000 kg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1795 m.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J. Bramah patentuoja hidraulinį presą, veikiantį pagal Paskalio dėsnį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1925 m.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P. Lunati, įkvėptas kirpyklos kėdės, sukuria pirmąjį hidraulinį automobilių keltuvą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1945 m.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Įkuriamas Automobilių keltuvų institutas (ALI) – pradedami kurti saugos standartai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XX a. 6 deš.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Atsiranda dvikoloniai keltuvai – pigesnė alternatyva į grindis įleidžiamiems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XX a. 8–9 deš.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Plinta paviršiniai keltuvai; požeminiai kritikuojami dėl alyvos nutekėjimo į gruntą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Šiandien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Mobilios kolonos su belaidžiu sinchronizavimu, elektromechaniniai keltuvai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Šaltiniai: Rorres (n.d.); Wikipedia (n.d.-a, n.d.-b, n.d.-c); Rotary Solutions (n.d.); Automotive Lift Institute (n.d.-a); Eter Lifts (n.d.); Metro Magazine (n.d.); JMC Automotive Equipment (n.d.).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Keltuvų tipai ir jų vertinimas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280160"/>
                <a:gridCol w="2377440"/>
                <a:gridCol w="2651760"/>
              </a:tblGrid>
              <a:tr h="676656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Tipas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Veikimo principas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Galia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Pasiteisino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Trūkumai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Dvikolonis</a:t>
                      </a:r>
                    </a:p>
                  </a:txBody>
                  <a:tcPr marL="73152" marR="73152"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Dvi kolonos, svirtys kelia už kėbulo</a:t>
                      </a:r>
                    </a:p>
                  </a:txBody>
                  <a:tcPr marL="73152" marR="73152"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4–8 t</a:t>
                      </a:r>
                    </a:p>
                  </a:txBody>
                  <a:tcPr marL="73152" marR="73152"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Ratai laisvi, pasiekiama visa apačia</a:t>
                      </a:r>
                    </a:p>
                  </a:txBody>
                  <a:tcPr marL="73152" marR="73152"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Reikia tiksliai parinkti kėlimo taškus</a:t>
                      </a:r>
                    </a:p>
                  </a:txBody>
                  <a:tcPr marL="73152" marR="73152" anchor="ctr">
                    <a:solidFill>
                      <a:srgbClr val="DEEAF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Keturkolonis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Užvažiuojama ant dviejų platformų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iki ~27 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Didelė galia, tinka saugoti automobilius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Ratai remiasi į platformas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Žirklinis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Žirklinis mechanizmas kelia platformą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2–3,5 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Nereikia aukštų lubų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Mažas kėlimo aukštis (0,9–1,2 m)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Įleidžiamas į grindis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Stūmokliai įrengti duobėje po grindimis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2,5–5 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Laisvos grindys aplink automobilį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Alyva gali nutekėti į gruntą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Calibri"/>
                        </a:rPr>
                        <a:t>Mobilios kolonos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Atskiros kolonos su akumuliatoriais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7,5–15 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Perkeliamos, tinka sunkiai technikai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Calibri"/>
                        </a:rPr>
                        <a:t>Reikia 4 ir daugiau kolonų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Šaltiniai: AIMS Industrial (n.d.); JMC Automotive Equipment (n.d.); Metro Magazine (n.d.).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Šiuolaikinė problema ir inžinerinis uždavinys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4E79"/>
                </a:solidFill>
                <a:latin typeface="Calibri"/>
              </a:rPr>
              <a:t>Dvikolonio keltuvo su lynais problemos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57784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Lynai išsitempia ir dyla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– juos reikia tikrinti kasdien ir reguliuoti kas savaitę ar mėnesį.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Nevienodas kėlimas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– vežimėliai kyla nevienodai, fiksatoriai užsifiksuoja ne vienu metu.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Kėlimo taškai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– netinkama svorio centro padėtis yra dažniausia dvikolonių keltuvų nelaimių priežastis.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Svirčių fiksatoriai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– susidėvėję ar išjungti leidžia svirtims pasislinkti.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508760"/>
            <a:ext cx="5029200" cy="420624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691640"/>
            <a:ext cx="457200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4E79"/>
                </a:solidFill>
                <a:latin typeface="Calibri"/>
              </a:rPr>
              <a:t>Uždavinys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Patobulinti dvikolonį hidraulinį keltuvą, kad abu vežimėliai kiltų vienodai be lynų, fiksatoriai užsifiksuotų kartu, o operatorius būtų įspėtas apie netinkamą automobilio padėtį.</a:t>
            </a: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Tikslai: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keliamoji galia 4 t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vežimėlių aukščio skirtumas ≤ 5 mm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kėlimo laikas ≤ 50 s (iki ~1,9 m)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nereikia reguliuoti lynų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automatiniai mechaniniai fiksatoriai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Šaltiniai: Mohawk Lifts (n.d.); Best Buy Automotive Equipment (n.d.); CarWorship (2026). Tikslai – mūsų.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Sprendimas: keičiami elementai ir medžiagos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3383280"/>
                <a:gridCol w="3291840"/>
              </a:tblGrid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Elementas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Dabar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Siūloma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Kodėl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Sinchronizacija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Plieniniai lynai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Padėties jutikliai kolonose + valdiklis, reguliuojantis alyvos srautą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Vežimėliai kyla vienodai, nėra lynų tempimo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Fiksatoriai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Gali užsifiksuoti ne vienu metu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Automatiniai mechaniniai fiksatoriai su elektromagnetiniu atleidimu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Užsifiksuoja kartu; EN 1493 reikalauja, kai kėlimas &gt; 500 mm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Svirtys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Užraktai gali susidėvėti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Automatiniai svirčių užraktai + apkrovos jutikliai atramose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Svirtys nepasislenka, įspėjama apie netolygią apkrovą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Kolonos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Plieninė konstrukcija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Plienas S355 (takumo riba 355 MPa)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Stipri, gerai suvirinama konstrukcija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Cilindrų kotai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Plienas CK45 su kietuoju chromu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Atsparūs dilimui ir korozijai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22222"/>
                          </a:solidFill>
                          <a:latin typeface="Calibri"/>
                        </a:rPr>
                        <a:t>Valdymas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Mygtukas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Laikomas mygtukas (judėjimas tik jį laikant)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Calibri"/>
                        </a:rPr>
                        <a:t>EN 1493 saugos reikalavimas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Šaltiniai: Mohawk Lifts (n.d.); U.S. Patent No. 6,763,916 (n.d.); BSI (2022); CarWorship (2026); Mailhot et al. (n.d.); Steel Available (n.d.); Myler Hydro (n.d.).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Įprastas ir patobulintas keltuvas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6766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Parametras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Su lynais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Patobulintas</a:t>
                      </a:r>
                    </a:p>
                  </a:txBody>
                  <a:tcPr marL="73152" marR="73152"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22222"/>
                          </a:solidFill>
                          <a:latin typeface="Calibri"/>
                        </a:rPr>
                        <a:t>Sinchronizacija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Mechaninė (lynai)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Elektroninė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22222"/>
                          </a:solidFill>
                          <a:latin typeface="Calibri"/>
                        </a:rPr>
                        <a:t>Lynų reguliavimas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Kas savaitę / mėnesį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Nereikia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22222"/>
                          </a:solidFill>
                          <a:latin typeface="Calibri"/>
                        </a:rPr>
                        <a:t>Aukščio skirtumas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Priklauso nuo lynų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≤ 5 mm (tikslas)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22222"/>
                          </a:solidFill>
                          <a:latin typeface="Calibri"/>
                        </a:rPr>
                        <a:t>Fiksatoriai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Ne visada kartu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Užsifiksuoja kartu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22222"/>
                          </a:solidFill>
                          <a:latin typeface="Calibri"/>
                        </a:rPr>
                        <a:t>Kaina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Mažesnė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Didesnė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22222"/>
                          </a:solidFill>
                          <a:latin typeface="Calibri"/>
                        </a:rPr>
                        <a:t>Gedimo rizika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Lynų nusidėvėjimas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Jutiklių gedimas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463040"/>
            <a:ext cx="384048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F4E79"/>
                </a:solidFill>
                <a:latin typeface="Calibri"/>
              </a:rPr>
              <a:t>Preliminarus skaičiavimas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Jėga vienam cilindrui: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F = 4000 · 9,81 / 2 ≈ 19,6 kN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Cilindro skersmuo (p = 150 bar):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D = √(4F / (π·p)) ≈ 41 mm → renkamės 45 mm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Siurblio variklio galia: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 = F·v / η = 39 240 · 0,04 / 0,7 ≈ 2,2 kW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Šaltiniai: Mohawk Lifts (n.d.). Lentelės vertės ir skaičiavimas – mūsų apytiksliai įvertinimai.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Išvados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76656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Raida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nuo pirmojo hidraulinio keltuvo (1925 m.) per paviršinius dvikolonius iki elektroninio valdymo.</a:t>
            </a:r>
          </a:p>
          <a:p>
            <a:pPr>
              <a:spcAft>
                <a:spcPts val="18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Problema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lynai išsitempia, vežimėliai kyla nevienodai, o dažniausia nelaimių priežastis – netinkami kėlimo taškai.</a:t>
            </a:r>
          </a:p>
          <a:p>
            <a:pPr>
              <a:spcAft>
                <a:spcPts val="18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Sprendimas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elektroninė sinchronizacija, automatiniai fiksatoriai ir svirčių užraktai, apkrovos jutikliai.</a:t>
            </a:r>
          </a:p>
          <a:p>
            <a:pPr>
              <a:spcAft>
                <a:spcPts val="1800"/>
              </a:spcAft>
            </a:pPr>
            <a:r>
              <a:rPr sz="2100" b="1">
                <a:solidFill>
                  <a:srgbClr val="222222"/>
                </a:solidFill>
                <a:latin typeface="Calibri"/>
              </a:rPr>
              <a:t>• Kompromisas</a:t>
            </a:r>
            <a:r>
              <a:rPr sz="2100" b="0" i="0">
                <a:solidFill>
                  <a:srgbClr val="222222"/>
                </a:solidFill>
                <a:latin typeface="Calibri"/>
              </a:rPr>
              <a:t> – didesnė kaina ir priklausomybė nuo elektronikos.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377440"/>
            <a:ext cx="3749039" cy="182880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749039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1F4E79"/>
                </a:solidFill>
                <a:latin typeface="Calibri"/>
              </a:rPr>
              <a:t>Klausimai?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Šaltiniai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AIMS Industrial.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Vehicle hoist guide: 2-post, 4-post, scissor &amp; car lifts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https://aimsindustrial.com.au/blogs/product-guides/vehicle-hoist-guide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Automotive Lift Institute. (n.d.-a).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ALI history timeline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https://www.autolift.org/automotive-lift-institute-history/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Automotive Lift Institute. (n.d.-b).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Lift safety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https://www.autolift.org/news/lift-safety/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Automotive Workshop Services.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A major overhaul on a two-post electro-mechanical vehicle hoist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https://automotiveworkshopservices.com.au/vehicle-and-truck-hoists/a-major-overhaul-on-a-two-post-electro-mechanical-vehicle-hoist/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Best Buy Automotive Equipment.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Which is safer: 2-post or 4-post lift?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https://www.bestbuyautoequipment.com/which-is-safer-2-post-or-4-post-lift-safety-comparison/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BSI. (2022).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Vehicle lifts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(BS EN 1493:2022). https://www.en-standard.eu/bs-en-1493-2022-vehicle-lifts/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CarWorship. (2026).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How vehicle lift safety locks prevent accidents during automotive maintenance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https://www.carworship.com/tips/how-vehicle-lift-safety-locks-prevent-catastrophic-failures-during-maintenance/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Eter Lifts.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Origin of the two-post car lift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https://www.eterlifts.com/news/origin-of-the-two-post-car-lift-84982494.html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JMC Automotive Equipment.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8 types of car lifts compared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https://jmcautomotiveequipment.com/pages/jmc-equipment-buyers-guide/vehicle-lifts-different-types-and-how-to-choose-the-right-one.html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LibreTexts.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10.2: Force multiplication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https://eng.libretexts.org/Courses/Northeast_Wisconsin_Technical_College/Fluids_1:_Fluid_Power_and_Pneumatics_(NWTC)/10:_Pascal's_Law/10.02:_Force_Multiplication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Mailhot, L., Mitchell, N., &amp; Jean, S.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Arm restraints for vehicle lift and vehicle lift including the same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(U.S. Patent No. 11,613,452). https://patents.google.com/patent/US11613452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Šaltiniai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3550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PBL · Automobiliniai keltuvai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Metro Magazine.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Diverse vehicle lift designs fit variety of needs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https://www.metro-magazine.com/articles/diverse-vehicle-lift-designs-fit-variety-of-needs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  <a:r>
              <a:rPr sz="1300" b="0" i="1">
                <a:solidFill>
                  <a:srgbClr val="222222"/>
                </a:solidFill>
                <a:latin typeface="Calibri"/>
              </a:rPr>
              <a:t>Method and apparatus for synchronizing a vehicle lift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(U.S. Patent No. 6,763,916). (n.d.). https://image-ppubs.uspto.gov/dirsearch-public/print/downloadPdf/6763916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Mohawk Lifts.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Two post lifts: Hydraulic vs. cable synchronization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https://mohawklifts.com/blog/two-post-lifts-hydraulic-vs-cable-synchronization/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Myler Hydro.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CK45 hard chrome-plated rod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https://mylerhydro.com/en/ck45-chrome-rod/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Rorres, C.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Quotations about Archimedes' lever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New York University. https://math.nyu.edu/Archimedes/Lever/LeverQuotes.html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Rotary Solutions.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About Rotary Solutions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https://rotarysolutions.com/about/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Steel Available. (n.d.).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Steel S355: The ideal material for heavy-duty applications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https://www.steelavailable.com/en/steel-s355-the-ideal-material-for-heavy-duty-applications/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Wikipedia. (n.d.-a).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Joseph Bramah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https://en.wikipedia.org/wiki/Joseph_Bramah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Wikipedia. (n.d.-b).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Simple machine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https://en.wikipedia.org/wiki/Simple_machine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Wikipedia. (n.d.-c).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Treadwheel crane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https://en.wikipedia.org/wiki/Treadwheel_crane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