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Žirklinio keltuvo patobulinimas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01752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Problema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Sprendimas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Kaip padeda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Lėtas, reikia daug sukti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Adapteris, kuris jungia akumuliatorinį suktuvą prie domkrato sraigto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Gamintojo duomenimis, iki 10 kartų greičiau nei sukant ranka (Camping World; Summit Racing)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Sunku ir nepatogu sukti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Tas pats adapteris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Sukimą atlieka suktuvas, žmogui nereikia sukti rankos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Nestabilus, smenga į gruntą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Platus guminis padas, uždedamas po domkrato pagrindu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Didesnis atramos plotas – domkratas nesmenga ir neslysta (Kohree)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Suktuvas išsikrovęs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Paliekama įprasta rankena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Domkratas veikia kaip anksčiau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